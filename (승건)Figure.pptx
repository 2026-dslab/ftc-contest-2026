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FF5"/>
    <a:srgbClr val="FF4141"/>
    <a:srgbClr val="00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8" autoAdjust="0"/>
  </p:normalViewPr>
  <p:slideViewPr>
    <p:cSldViewPr snapToGrid="0">
      <p:cViewPr>
        <p:scale>
          <a:sx n="75" d="100"/>
          <a:sy n="75" d="100"/>
        </p:scale>
        <p:origin x="1914" y="9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E9D14-385B-41A2-965B-658AACE6583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27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3C26DD5C-5856-4C16-9A07-4CE32BABA9E5}"/>
              </a:ext>
            </a:extLst>
          </p:cNvPr>
          <p:cNvSpPr/>
          <p:nvPr/>
        </p:nvSpPr>
        <p:spPr>
          <a:xfrm>
            <a:off x="4324350" y="1092200"/>
            <a:ext cx="3543300" cy="3962400"/>
          </a:xfrm>
          <a:prstGeom prst="snip1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데이터셋 구축 과정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엑셀파일</a:t>
            </a:r>
            <a:r>
              <a:rPr lang="en-US" altLang="ko-KR" dirty="0">
                <a:solidFill>
                  <a:sysClr val="windowText" lastClr="000000"/>
                </a:solidFill>
              </a:rPr>
              <a:t>) </a:t>
            </a: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도식화 필요</a:t>
            </a:r>
          </a:p>
        </p:txBody>
      </p:sp>
    </p:spTree>
    <p:extLst>
      <p:ext uri="{BB962C8B-B14F-4D97-AF65-F5344CB8AC3E}">
        <p14:creationId xmlns:p14="http://schemas.microsoft.com/office/powerpoint/2010/main" val="84584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3188AFEA-8B23-4053-A6F0-42FE48097DBD}"/>
              </a:ext>
            </a:extLst>
          </p:cNvPr>
          <p:cNvCxnSpPr>
            <a:stCxn id="12" idx="3"/>
            <a:endCxn id="38" idx="1"/>
          </p:cNvCxnSpPr>
          <p:nvPr/>
        </p:nvCxnSpPr>
        <p:spPr>
          <a:xfrm>
            <a:off x="4293108" y="3118104"/>
            <a:ext cx="2088642" cy="690373"/>
          </a:xfrm>
          <a:prstGeom prst="bentConnector3">
            <a:avLst>
              <a:gd name="adj1" fmla="val 101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20CB56E4-3CC9-4D4E-9393-24923FF99ED7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4293108" y="2647188"/>
            <a:ext cx="2109216" cy="470916"/>
          </a:xfrm>
          <a:prstGeom prst="bentConnector3">
            <a:avLst>
              <a:gd name="adj1" fmla="val 101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순서도: 문서 34">
            <a:extLst>
              <a:ext uri="{FF2B5EF4-FFF2-40B4-BE49-F238E27FC236}">
                <a16:creationId xmlns:a16="http://schemas.microsoft.com/office/drawing/2014/main" id="{868B6731-F1B6-4F05-A140-42210A2536B3}"/>
              </a:ext>
            </a:extLst>
          </p:cNvPr>
          <p:cNvSpPr/>
          <p:nvPr/>
        </p:nvSpPr>
        <p:spPr>
          <a:xfrm>
            <a:off x="6547104" y="2269998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순서도: 문서 33">
            <a:extLst>
              <a:ext uri="{FF2B5EF4-FFF2-40B4-BE49-F238E27FC236}">
                <a16:creationId xmlns:a16="http://schemas.microsoft.com/office/drawing/2014/main" id="{410D9ABB-3962-4C7E-B7E8-F79301938E1C}"/>
              </a:ext>
            </a:extLst>
          </p:cNvPr>
          <p:cNvSpPr/>
          <p:nvPr/>
        </p:nvSpPr>
        <p:spPr>
          <a:xfrm>
            <a:off x="6474714" y="2324862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877568"/>
            <a:ext cx="920496" cy="920496"/>
          </a:xfrm>
          <a:prstGeom prst="rect">
            <a:avLst/>
          </a:prstGeom>
        </p:spPr>
      </p:pic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190500" y="2857500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1624584" y="2807208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BA0677-A541-4F4F-B877-952CCB872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84" y="2569464"/>
            <a:ext cx="228600" cy="228600"/>
          </a:xfrm>
          <a:prstGeom prst="rect">
            <a:avLst/>
          </a:prstGeom>
        </p:spPr>
      </p:pic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3095244" y="2857500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순서도: 문서 12">
            <a:extLst>
              <a:ext uri="{FF2B5EF4-FFF2-40B4-BE49-F238E27FC236}">
                <a16:creationId xmlns:a16="http://schemas.microsoft.com/office/drawing/2014/main" id="{8768B0D3-D491-4789-8072-CB1312A30922}"/>
              </a:ext>
            </a:extLst>
          </p:cNvPr>
          <p:cNvSpPr/>
          <p:nvPr/>
        </p:nvSpPr>
        <p:spPr>
          <a:xfrm>
            <a:off x="6402324" y="2386584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75126AE-A9DB-428B-BF77-B57BDAD0FF8B}"/>
              </a:ext>
            </a:extLst>
          </p:cNvPr>
          <p:cNvSpPr/>
          <p:nvPr/>
        </p:nvSpPr>
        <p:spPr>
          <a:xfrm>
            <a:off x="2353056" y="467868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Retrieval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0E985C6-A79E-4825-AC30-040641D58D0E}"/>
              </a:ext>
            </a:extLst>
          </p:cNvPr>
          <p:cNvSpPr/>
          <p:nvPr/>
        </p:nvSpPr>
        <p:spPr>
          <a:xfrm>
            <a:off x="7852410" y="5454904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MCP?? Ontology??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Where?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4BE52C5-9F47-4455-96C8-6A4B6CB52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722" y="5477764"/>
            <a:ext cx="598932" cy="598932"/>
          </a:xfrm>
          <a:prstGeom prst="rect">
            <a:avLst/>
          </a:prstGeom>
        </p:spPr>
      </p:pic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4757928" y="2315718"/>
            <a:ext cx="1197864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 Vector DB</a:t>
            </a:r>
            <a:endParaRPr lang="ko-KR" altLang="en-US" sz="12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4757928" y="3429000"/>
            <a:ext cx="1197864" cy="621792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Persona Vector DB</a:t>
            </a:r>
            <a:endParaRPr lang="ko-KR" altLang="en-US" sz="1200" dirty="0"/>
          </a:p>
        </p:txBody>
      </p:sp>
      <p:sp>
        <p:nvSpPr>
          <p:cNvPr id="30" name="순서도: 준비 29">
            <a:extLst>
              <a:ext uri="{FF2B5EF4-FFF2-40B4-BE49-F238E27FC236}">
                <a16:creationId xmlns:a16="http://schemas.microsoft.com/office/drawing/2014/main" id="{77384BFE-0937-4B49-91BE-F126CEC7FCF2}"/>
              </a:ext>
            </a:extLst>
          </p:cNvPr>
          <p:cNvSpPr/>
          <p:nvPr/>
        </p:nvSpPr>
        <p:spPr>
          <a:xfrm>
            <a:off x="4585716" y="4542282"/>
            <a:ext cx="1542288" cy="857250"/>
          </a:xfrm>
          <a:prstGeom prst="flowChartPreparation">
            <a:avLst/>
          </a:prstGeom>
          <a:noFill/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Embedding +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Search Module</a:t>
            </a:r>
            <a:endParaRPr lang="ko-KR" altLang="en-US" sz="1000" dirty="0"/>
          </a:p>
        </p:txBody>
      </p:sp>
      <p:sp>
        <p:nvSpPr>
          <p:cNvPr id="31" name="순서도: 준비 30">
            <a:extLst>
              <a:ext uri="{FF2B5EF4-FFF2-40B4-BE49-F238E27FC236}">
                <a16:creationId xmlns:a16="http://schemas.microsoft.com/office/drawing/2014/main" id="{95C48CF0-9281-4AA1-AE4E-BB91941ED504}"/>
              </a:ext>
            </a:extLst>
          </p:cNvPr>
          <p:cNvSpPr/>
          <p:nvPr/>
        </p:nvSpPr>
        <p:spPr>
          <a:xfrm>
            <a:off x="4585716" y="861060"/>
            <a:ext cx="1542288" cy="857250"/>
          </a:xfrm>
          <a:prstGeom prst="flowChartPreparation">
            <a:avLst/>
          </a:prstGeom>
          <a:noFill/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Embedding +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Search Module</a:t>
            </a:r>
            <a:endParaRPr lang="ko-KR" altLang="en-US" sz="10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8222742" y="2258568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9C48519-1825-42E9-8D66-F7BC7619B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742" y="2020824"/>
            <a:ext cx="228600" cy="228600"/>
          </a:xfrm>
          <a:prstGeom prst="rect">
            <a:avLst/>
          </a:prstGeom>
        </p:spPr>
      </p:pic>
      <p:sp>
        <p:nvSpPr>
          <p:cNvPr id="36" name="순서도: 문서 35">
            <a:extLst>
              <a:ext uri="{FF2B5EF4-FFF2-40B4-BE49-F238E27FC236}">
                <a16:creationId xmlns:a16="http://schemas.microsoft.com/office/drawing/2014/main" id="{1B05DD87-D5A8-4FBC-9113-C72A3178F850}"/>
              </a:ext>
            </a:extLst>
          </p:cNvPr>
          <p:cNvSpPr/>
          <p:nvPr/>
        </p:nvSpPr>
        <p:spPr>
          <a:xfrm>
            <a:off x="6526530" y="3431287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7" name="순서도: 문서 36">
            <a:extLst>
              <a:ext uri="{FF2B5EF4-FFF2-40B4-BE49-F238E27FC236}">
                <a16:creationId xmlns:a16="http://schemas.microsoft.com/office/drawing/2014/main" id="{55E7D4C9-A787-4745-8669-7F3358C7C983}"/>
              </a:ext>
            </a:extLst>
          </p:cNvPr>
          <p:cNvSpPr/>
          <p:nvPr/>
        </p:nvSpPr>
        <p:spPr>
          <a:xfrm>
            <a:off x="6454140" y="3486151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8" name="순서도: 문서 37">
            <a:extLst>
              <a:ext uri="{FF2B5EF4-FFF2-40B4-BE49-F238E27FC236}">
                <a16:creationId xmlns:a16="http://schemas.microsoft.com/office/drawing/2014/main" id="{27403154-7670-4F3A-8BC5-910AEAAD7AE2}"/>
              </a:ext>
            </a:extLst>
          </p:cNvPr>
          <p:cNvSpPr/>
          <p:nvPr/>
        </p:nvSpPr>
        <p:spPr>
          <a:xfrm>
            <a:off x="6381750" y="3547873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Persona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8222742" y="3193543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56D8FBB-1CD6-4038-9F38-CC607BA58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742" y="2955799"/>
            <a:ext cx="228600" cy="228600"/>
          </a:xfrm>
          <a:prstGeom prst="rect">
            <a:avLst/>
          </a:prstGeom>
        </p:spPr>
      </p:pic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4DA81A-8866-4623-A306-265EB9ECF491}"/>
              </a:ext>
            </a:extLst>
          </p:cNvPr>
          <p:cNvSpPr/>
          <p:nvPr/>
        </p:nvSpPr>
        <p:spPr>
          <a:xfrm>
            <a:off x="11460480" y="2535174"/>
            <a:ext cx="1197864" cy="621792"/>
          </a:xfrm>
          <a:prstGeom prst="roundRec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 Generation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With Final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Documents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F5D7396-C1B2-476D-B4EA-379B8F52B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480" y="2297430"/>
            <a:ext cx="228600" cy="22860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8061198" y="1865376"/>
            <a:ext cx="1529334" cy="218541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88364" y="3118104"/>
            <a:ext cx="23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2822448" y="3118104"/>
            <a:ext cx="272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순서도: 문서 69">
            <a:extLst>
              <a:ext uri="{FF2B5EF4-FFF2-40B4-BE49-F238E27FC236}">
                <a16:creationId xmlns:a16="http://schemas.microsoft.com/office/drawing/2014/main" id="{98FA3896-9FEC-4E6D-828D-86B5C38F46AC}"/>
              </a:ext>
            </a:extLst>
          </p:cNvPr>
          <p:cNvSpPr/>
          <p:nvPr/>
        </p:nvSpPr>
        <p:spPr>
          <a:xfrm>
            <a:off x="9926574" y="2196846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순서도: 문서 70">
            <a:extLst>
              <a:ext uri="{FF2B5EF4-FFF2-40B4-BE49-F238E27FC236}">
                <a16:creationId xmlns:a16="http://schemas.microsoft.com/office/drawing/2014/main" id="{040F8336-A9C5-46FC-B02F-D7468E73681B}"/>
              </a:ext>
            </a:extLst>
          </p:cNvPr>
          <p:cNvSpPr/>
          <p:nvPr/>
        </p:nvSpPr>
        <p:spPr>
          <a:xfrm>
            <a:off x="9854184" y="2251710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순서도: 문서 71">
            <a:extLst>
              <a:ext uri="{FF2B5EF4-FFF2-40B4-BE49-F238E27FC236}">
                <a16:creationId xmlns:a16="http://schemas.microsoft.com/office/drawing/2014/main" id="{EF570B42-C800-4DA5-8687-1FD02BEBBC83}"/>
              </a:ext>
            </a:extLst>
          </p:cNvPr>
          <p:cNvSpPr/>
          <p:nvPr/>
        </p:nvSpPr>
        <p:spPr>
          <a:xfrm>
            <a:off x="9781794" y="2313432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순서도: 문서 72">
            <a:extLst>
              <a:ext uri="{FF2B5EF4-FFF2-40B4-BE49-F238E27FC236}">
                <a16:creationId xmlns:a16="http://schemas.microsoft.com/office/drawing/2014/main" id="{73BAD614-9853-4470-9A9C-64509F321FED}"/>
              </a:ext>
            </a:extLst>
          </p:cNvPr>
          <p:cNvSpPr/>
          <p:nvPr/>
        </p:nvSpPr>
        <p:spPr>
          <a:xfrm>
            <a:off x="9906000" y="3129535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순서도: 문서 73">
            <a:extLst>
              <a:ext uri="{FF2B5EF4-FFF2-40B4-BE49-F238E27FC236}">
                <a16:creationId xmlns:a16="http://schemas.microsoft.com/office/drawing/2014/main" id="{1BD5012B-2B4B-4FCD-8EEF-657FE933ED49}"/>
              </a:ext>
            </a:extLst>
          </p:cNvPr>
          <p:cNvSpPr/>
          <p:nvPr/>
        </p:nvSpPr>
        <p:spPr>
          <a:xfrm>
            <a:off x="9833610" y="3184399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순서도: 문서 74">
            <a:extLst>
              <a:ext uri="{FF2B5EF4-FFF2-40B4-BE49-F238E27FC236}">
                <a16:creationId xmlns:a16="http://schemas.microsoft.com/office/drawing/2014/main" id="{EF62BA5C-3875-4AA7-9E39-9A6EF7BD4EEA}"/>
              </a:ext>
            </a:extLst>
          </p:cNvPr>
          <p:cNvSpPr/>
          <p:nvPr/>
        </p:nvSpPr>
        <p:spPr>
          <a:xfrm>
            <a:off x="9761220" y="3246121"/>
            <a:ext cx="1197864" cy="521208"/>
          </a:xfrm>
          <a:prstGeom prst="flowChartDocument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Persona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Document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5895529-7ABF-482D-92B7-4876010DEA68}"/>
              </a:ext>
            </a:extLst>
          </p:cNvPr>
          <p:cNvCxnSpPr>
            <a:stCxn id="13" idx="3"/>
          </p:cNvCxnSpPr>
          <p:nvPr/>
        </p:nvCxnSpPr>
        <p:spPr>
          <a:xfrm>
            <a:off x="7600188" y="2647188"/>
            <a:ext cx="4610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7B85B1A6-817D-4D40-87CA-9F257F3611F3}"/>
              </a:ext>
            </a:extLst>
          </p:cNvPr>
          <p:cNvCxnSpPr>
            <a:stCxn id="38" idx="3"/>
          </p:cNvCxnSpPr>
          <p:nvPr/>
        </p:nvCxnSpPr>
        <p:spPr>
          <a:xfrm>
            <a:off x="7579614" y="3808477"/>
            <a:ext cx="481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5AC21E3-F535-4764-9A08-354990B77138}"/>
              </a:ext>
            </a:extLst>
          </p:cNvPr>
          <p:cNvCxnSpPr>
            <a:stCxn id="32" idx="3"/>
            <a:endCxn id="72" idx="1"/>
          </p:cNvCxnSpPr>
          <p:nvPr/>
        </p:nvCxnSpPr>
        <p:spPr>
          <a:xfrm>
            <a:off x="9420606" y="2569464"/>
            <a:ext cx="361188" cy="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73B5EAF-910E-4FE9-8C04-76B4BAEB4D20}"/>
              </a:ext>
            </a:extLst>
          </p:cNvPr>
          <p:cNvCxnSpPr>
            <a:stCxn id="39" idx="3"/>
            <a:endCxn id="75" idx="1"/>
          </p:cNvCxnSpPr>
          <p:nvPr/>
        </p:nvCxnSpPr>
        <p:spPr>
          <a:xfrm>
            <a:off x="9420606" y="3504439"/>
            <a:ext cx="340614" cy="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8E9633C3-49C2-4095-BE5A-35CAB788EDC6}"/>
              </a:ext>
            </a:extLst>
          </p:cNvPr>
          <p:cNvCxnSpPr>
            <a:stCxn id="71" idx="3"/>
            <a:endCxn id="41" idx="1"/>
          </p:cNvCxnSpPr>
          <p:nvPr/>
        </p:nvCxnSpPr>
        <p:spPr>
          <a:xfrm>
            <a:off x="11052048" y="2512314"/>
            <a:ext cx="408432" cy="3337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3630D14D-6813-4CF3-8AC1-5F9873443316}"/>
              </a:ext>
            </a:extLst>
          </p:cNvPr>
          <p:cNvCxnSpPr>
            <a:stCxn id="74" idx="3"/>
            <a:endCxn id="41" idx="1"/>
          </p:cNvCxnSpPr>
          <p:nvPr/>
        </p:nvCxnSpPr>
        <p:spPr>
          <a:xfrm flipV="1">
            <a:off x="11031474" y="2846070"/>
            <a:ext cx="429006" cy="598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BCFD750A-A0F9-46B9-A052-BC10EE452F29}"/>
              </a:ext>
            </a:extLst>
          </p:cNvPr>
          <p:cNvCxnSpPr>
            <a:stCxn id="31" idx="2"/>
            <a:endCxn id="26" idx="1"/>
          </p:cNvCxnSpPr>
          <p:nvPr/>
        </p:nvCxnSpPr>
        <p:spPr>
          <a:xfrm>
            <a:off x="5356860" y="1718310"/>
            <a:ext cx="0" cy="597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1FCF70C8-9064-481A-8A9E-F41E2738F5C5}"/>
              </a:ext>
            </a:extLst>
          </p:cNvPr>
          <p:cNvCxnSpPr>
            <a:stCxn id="30" idx="0"/>
            <a:endCxn id="27" idx="3"/>
          </p:cNvCxnSpPr>
          <p:nvPr/>
        </p:nvCxnSpPr>
        <p:spPr>
          <a:xfrm flipV="1">
            <a:off x="5356860" y="4050792"/>
            <a:ext cx="0" cy="491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12994386" y="2474469"/>
            <a:ext cx="1197864" cy="749553"/>
          </a:xfrm>
          <a:prstGeom prst="horizontalScroll">
            <a:avLst/>
          </a:prstGeom>
          <a:solidFill>
            <a:schemeClr val="bg1"/>
          </a:solidFill>
          <a:ln>
            <a:solidFill>
              <a:srgbClr val="D92F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E5E97E0E-60E3-4C0E-8C22-84B923796FD7}"/>
              </a:ext>
            </a:extLst>
          </p:cNvPr>
          <p:cNvCxnSpPr>
            <a:stCxn id="41" idx="3"/>
            <a:endCxn id="92" idx="1"/>
          </p:cNvCxnSpPr>
          <p:nvPr/>
        </p:nvCxnSpPr>
        <p:spPr>
          <a:xfrm>
            <a:off x="12658344" y="2846070"/>
            <a:ext cx="336042" cy="3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160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75</Words>
  <Application>Microsoft Office PowerPoint</Application>
  <PresentationFormat>와이드스크린</PresentationFormat>
  <Paragraphs>54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Arial Rounded MT Bold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이승건(대학원생-비즈니스IT전공)</cp:lastModifiedBy>
  <cp:revision>18</cp:revision>
  <dcterms:created xsi:type="dcterms:W3CDTF">2025-04-16T05:57:00Z</dcterms:created>
  <dcterms:modified xsi:type="dcterms:W3CDTF">2026-04-17T04:37:59Z</dcterms:modified>
</cp:coreProperties>
</file>